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5" dt="2026-10-16T08:52:12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0" y="164592"/>
            <a:ext cx="3596335" cy="6693408"/>
          </a:xfrm>
          <a:prstGeom prst="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81160" y="1234440"/>
            <a:ext cx="1737360" cy="17373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64624" y="1490472"/>
            <a:ext cx="114300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6200" b="1">
                <a:solidFill>
                  <a:srgbClr val="0F0F11"/>
                </a:solidFill>
                <a:latin typeface="Aptos"/>
              </a:rPr>
              <a:t>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4114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CC00"/>
                </a:solidFill>
                <a:latin typeface="Aptos"/>
              </a:rPr>
              <a:t>JAVA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00200"/>
            <a:ext cx="7498079" cy="2148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>
                <a:solidFill>
                  <a:srgbClr val="F5F5F5"/>
                </a:solidFill>
                <a:latin typeface="Aptos"/>
              </a:rPr>
              <a:t>BLOOD BANK
INVENTORY AND
DONOR MATCHER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77639"/>
            <a:ext cx="132588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6949440" cy="868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BEBEC3"/>
                </a:solidFill>
                <a:latin typeface="Aptos"/>
              </a:rPr>
              <a:t>A simple system to manage blood stock
and identify compatible donors.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20116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42432"/>
            <a:ext cx="53949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5F5"/>
                </a:solidFill>
                <a:latin typeface="Aptos"/>
              </a:rPr>
              <a:t>M. Shiva Rama Krishna  •  2620030344
Ganesh  •  26200371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5166360"/>
            <a:ext cx="26517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CC00"/>
                </a:solidFill>
                <a:latin typeface="Aptos"/>
              </a:rPr>
              <a:t>BLACK × YELLOW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01 •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Project 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35661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5661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THE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58568"/>
            <a:ext cx="3044952" cy="2852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Blood availability must be checked quickly during emergencies. Manual records can be slow and difficult to maintain.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35661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73152" cy="35661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58568"/>
            <a:ext cx="3044952" cy="2852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A Java-based application stores blood stock and donor details, then searches for a suitable blood group.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3429000" cy="35661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691640"/>
            <a:ext cx="73152" cy="35661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THE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258568"/>
            <a:ext cx="3044952" cy="2852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Clear records, faster searching, and a simple way to view available units and possible donor matches.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02 • WHY THIS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Paper-based records can become outdated or duplicated.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Searching donor details manually takes time.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Blood group and available-unit information must be easy to check.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A simple system can organize records and reduce avoidable mistakes.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212080"/>
            <a:ext cx="10607040" cy="658368"/>
          </a:xfrm>
          <a:prstGeom prst="roundRect">
            <a:avLst/>
          </a:prstGeom>
          <a:solidFill>
            <a:srgbClr val="31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404104"/>
            <a:ext cx="10058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Goal: make blood inventory and donor lookup simple, organized, and fast.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03 •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01  Manage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04288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Store blood group and unit 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019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02  Register donors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04288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Keep donor name, group, and contact.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019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03  Find matches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04288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Search by required blood 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7307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04  Validate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133087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Reject invalid units or missing values.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661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5661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37307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05  Save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133087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Use files for basic data persistence.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5661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35661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37307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06  Apply Java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133087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Demonstrate core course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04 •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2057400" cy="19659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304288"/>
            <a:ext cx="594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CC0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43200"/>
            <a:ext cx="1737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F5F5"/>
                </a:solidFill>
                <a:latin typeface="Aptos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172968"/>
            <a:ext cx="1737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EBEC3"/>
                </a:solidFill>
                <a:latin typeface="Aptos"/>
              </a:rPr>
              <a:t>Open the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743200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2103120"/>
            <a:ext cx="2057400" cy="19659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26664" y="2304288"/>
            <a:ext cx="594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CC0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743200"/>
            <a:ext cx="1737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F5F5"/>
                </a:solidFill>
                <a:latin typeface="Aptos"/>
              </a:rPr>
              <a:t>Choose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172968"/>
            <a:ext cx="1737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EBEC3"/>
                </a:solidFill>
                <a:latin typeface="Aptos"/>
              </a:rPr>
              <a:t>Stock / donor /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2743200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1224" y="2103120"/>
            <a:ext cx="2057400" cy="19659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85816" y="2304288"/>
            <a:ext cx="594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CC0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2743200"/>
            <a:ext cx="1737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F5F5"/>
                </a:solidFill>
                <a:latin typeface="Aptos"/>
              </a:rPr>
              <a:t>Enter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3172968"/>
            <a:ext cx="1737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EBEC3"/>
                </a:solidFill>
                <a:latin typeface="Aptos"/>
              </a:rPr>
              <a:t>Validate user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2743200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0376" y="2103120"/>
            <a:ext cx="2057400" cy="19659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44968" y="2304288"/>
            <a:ext cx="594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CC0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2743200"/>
            <a:ext cx="1737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F5F5"/>
                </a:solidFill>
                <a:latin typeface="Apto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3172968"/>
            <a:ext cx="1737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EBEC3"/>
                </a:solidFill>
                <a:latin typeface="Aptos"/>
              </a:rPr>
              <a:t>Update or search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8" y="2743200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9528" y="2103120"/>
            <a:ext cx="2057400" cy="19659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04120" y="2304288"/>
            <a:ext cx="594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CC00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2743200"/>
            <a:ext cx="1737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F5F5"/>
                </a:solidFill>
                <a:latin typeface="Aptos"/>
              </a:rPr>
              <a:t>Show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3172968"/>
            <a:ext cx="1737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EBEC3"/>
                </a:solidFill>
                <a:latin typeface="Aptos"/>
              </a:rPr>
              <a:t>Display match or stock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892040"/>
            <a:ext cx="75895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CC00"/>
                </a:solidFill>
                <a:latin typeface="Aptos"/>
              </a:rPr>
              <a:t>Input  →  Validation  →  Processing  → 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05 • APPLICATION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Blood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5856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View and update available units.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Donor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5856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Register and display donor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69164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Group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25856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Find donors with the requested 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1188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61188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77647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Input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17880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Check values before saving.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61188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61188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377647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File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17880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Save and load basic records.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61188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361188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377647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Simple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17880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Show clear messages to the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06 • MAIN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246120" cy="237744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73152" cy="23774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993392"/>
            <a:ext cx="2880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USER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95728"/>
            <a:ext cx="2862072" cy="1664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Menu
Input prompts
Result messages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246120" cy="237744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73152" cy="23774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993392"/>
            <a:ext cx="2880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BUSINESS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395728"/>
            <a:ext cx="2862072" cy="1664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Blood group search
Stock update
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28800"/>
            <a:ext cx="3246120" cy="237744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828800"/>
            <a:ext cx="73152" cy="23774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993392"/>
            <a:ext cx="2880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DATA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95728"/>
            <a:ext cx="2862072" cy="1664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Donor records
Blood unit counts
Text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800600"/>
            <a:ext cx="83210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CC00"/>
                </a:solidFill>
                <a:latin typeface="Aptos"/>
              </a:rPr>
              <a:t>User Interface  →  Java Logic  →  Stored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07 • COURSE OUTCOME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CO1 — Data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5156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F5F5F5"/>
                </a:solidFill>
                <a:latin typeface="Aptos"/>
              </a:rPr>
              <a:t>Java data types define what kind of value a variable can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10698480" cy="237744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74320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80720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182112"/>
            <a:ext cx="10314432" cy="184708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String donorName = "Ravi";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String bloodGroup = "O+";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int availableUnits = 12;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boolean eligible = true;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System.out.println(bloodGroup + ": " + availableUnits);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5156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CC00"/>
                </a:solidFill>
                <a:latin typeface="Aptos"/>
              </a:rPr>
              <a:t>Project use: names and groups use String, unit counts use int, and yes/no flags use boolean.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08 • COURSE OUTCOME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CO2 — If-Else, Switch &amp; Loops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98480" cy="429768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10314432" cy="37673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if (units &gt; 0) {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System.out.println("Stock available");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} else {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System.out.println("Out of stock");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switch (choice) {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case 1: System.out.println("View stock"); break;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case 2: System.out.println("Search donor"); break;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default: System.out.println("Invalid choice");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CC00"/>
                </a:solidFill>
                <a:latin typeface="Aptos"/>
              </a:rPr>
              <a:t>If-else makes decisions • switch handles menu choices • loops repeat menu or search tasks.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09 • COURSE OUTCOME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CO3 — Methods &amp; Arrays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98480" cy="425196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10314432" cy="37216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static int totalUnits(int[] stock) {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    int total = 0;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    for (int units : stock) {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        total += units;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    return total;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int[] stock = {8, 12, 5, 4};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System.out.println(totalUnits(stock));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CC00"/>
                </a:solidFill>
                <a:latin typeface="Aptos"/>
              </a:rPr>
              <a:t>Methods organize reusable logic. A 1D array can hold unit counts; a 2D array can represent group-by-location stock.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10 • COURSE OUTCOME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CO4 — OOP &amp; Exceptions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291840" cy="141732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14173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901952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04288"/>
            <a:ext cx="2907792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Donor describes the data and actions for a donor.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37360"/>
            <a:ext cx="3291840" cy="141732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4173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1901952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304288"/>
            <a:ext cx="2907792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Each donor record is an object created from Donor.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291840" cy="141732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14173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901952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EXCEPTION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04288"/>
            <a:ext cx="2907792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try-catch can handle invalid number input.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520440"/>
            <a:ext cx="10698480" cy="214884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352044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358444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959352"/>
            <a:ext cx="10314432" cy="161848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try {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    int units = Integer.parseInt(input);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    if (units &lt; 0) throw new IllegalArgumentException();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} catch (NumberFormatException e) {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    System.out.println("Enter a valid number.");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} catch (IllegalArgumentException e) {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    System.out.println("Units cannot be negative.");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11 • COURSE OUTCOME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CO5 — Strings, Files &amp; Libraries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98480" cy="429768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10314432" cy="37673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String group = "O+";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if (group.equalsIgnoreCase(requiredGroup)) {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    System.out.println("Possible group match");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// Example file-writing idea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try (java.io.FileWriter writer =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         new java.io.FileWriter("donors.txt", true)) {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    writer.write("Ravi,O+\n");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} catch (java.io.IOException e) {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    System.out.println("Could not save record.");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CC00"/>
                </a:solidFill>
                <a:latin typeface="Aptos"/>
              </a:rPr>
              <a:t>Strings compare names and blood groups. File handling saves records. Java libraries provide ready-made classes.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12 • COURSE OUTCOME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CO6 — Collections &amp; Streams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98480" cy="429768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10314432" cy="37673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import java.util.ArrayList;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import java.util.List;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List&lt;String&gt; donors = new ArrayList&lt;&gt;();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donors.add("Ravi - O+");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donors.add("Maya - A+");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donors.add("Arun - O+");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donors.stream()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  .filter(d -&gt; d.endsWith("O+"))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  .forEach(System.out::println);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CC00"/>
                </a:solidFill>
                <a:latin typeface="Aptos"/>
              </a:rPr>
              <a:t>Collections store a flexible number of donor records. Streams filter and process matching entries.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13 • CORE PROJECT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Donor Matching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Read the required blood group from the user.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Check each donor record in the stored list.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Compare the donor group with the requested group.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Display records that meet the matching rule.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In a real blood bank, compatibility must be verified by qualified medical staff.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349240"/>
            <a:ext cx="10607040" cy="548640"/>
          </a:xfrm>
          <a:prstGeom prst="roundRect">
            <a:avLst/>
          </a:prstGeom>
          <a:solidFill>
            <a:srgbClr val="31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504688"/>
            <a:ext cx="102412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CC00"/>
                </a:solidFill>
                <a:latin typeface="Aptos"/>
              </a:rPr>
              <a:t>Educational prototype only — not a substitute for clinical compatibility testing.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14 •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Benefits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5029200" cy="329184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32918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901952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04288"/>
            <a:ext cx="4645152" cy="2578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F5F5F5"/>
                </a:solidFill>
                <a:latin typeface="Aptos"/>
              </a:rPr>
              <a:t>• Faster record lookup
• Organized stock information
• Basic input validation
• Clear menu-driven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37360"/>
            <a:ext cx="5029200" cy="329184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737360"/>
            <a:ext cx="73152" cy="32918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901952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304288"/>
            <a:ext cx="4645152" cy="2578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F5F5F5"/>
                </a:solidFill>
                <a:latin typeface="Aptos"/>
              </a:rPr>
              <a:t>• Database integration
• Secure staff login
• Donor eligibility reminders
• Search by location and availability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2743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CC00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7132320" cy="1508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5F5F5"/>
                </a:solidFill>
                <a:latin typeface="Aptos"/>
              </a:rPr>
              <a:t>A SIMPLE IDEA.
A USEFUL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137160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7955279" cy="1097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BEBEC3"/>
                </a:solidFill>
                <a:latin typeface="Aptos"/>
              </a:rPr>
              <a:t>The project demonstrates how Java can organize blood stock, store donor details, and help users search records. It applies the six course outcomes in one practical example.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508760"/>
            <a:ext cx="1645920" cy="164592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45168" y="1627632"/>
            <a:ext cx="1234440" cy="11430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6000" b="1">
                <a:solidFill>
                  <a:srgbClr val="0F0F11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3794760"/>
            <a:ext cx="26517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CC00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4389120"/>
            <a:ext cx="26517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6126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438912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t>Output 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CD97C-AF99-4072-821D-07EA01DD4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6"/>
            <a:ext cx="12192000" cy="21762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2C12DE-2A9B-899A-7D99-6F2E00D90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23430"/>
            <a:ext cx="12192000" cy="199384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19906F-DE0C-6F64-8DC4-35AA27B7D4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35" t="-8235" r="735" b="-11765"/>
          <a:stretch>
            <a:fillRect/>
          </a:stretch>
        </p:blipFill>
        <p:spPr>
          <a:xfrm>
            <a:off x="0" y="5021578"/>
            <a:ext cx="12192012" cy="11532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438912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t>Group Photo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6AD21E-5F7C-5436-43B5-C0003B451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730"/>
            <a:ext cx="12192000" cy="12584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A2B3BE-743A-233F-6BD2-481B24CDA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1293"/>
            <a:ext cx="12192000" cy="9954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1316</Words>
  <Application>Microsoft Office PowerPoint</Application>
  <PresentationFormat>Widescreen</PresentationFormat>
  <Paragraphs>220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ganesh donikena</dc:creator>
  <cp:keywords/>
  <dc:description>generated using python-pptx</dc:description>
  <cp:lastModifiedBy>ganesh donikena</cp:lastModifiedBy>
  <cp:revision>24</cp:revision>
  <dcterms:created xsi:type="dcterms:W3CDTF">2013-01-27T09:14:16Z</dcterms:created>
  <dcterms:modified xsi:type="dcterms:W3CDTF">2026-10-16T08:57:37Z</dcterms:modified>
  <cp:category/>
</cp:coreProperties>
</file>